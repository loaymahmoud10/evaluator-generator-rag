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Artificial Intelligence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Machine learning is a subset of artificial intelligence.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presentation exists only for automated testing.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